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36b48aea844a7" /><Relationship Type="http://schemas.openxmlformats.org/officeDocument/2006/relationships/extended-properties" Target="/docProps/app.xml" Id="R7e48eea69bd54276" /><Relationship Type="http://schemas.openxmlformats.org/officeDocument/2006/relationships/officeDocument" Target="/ppt/presentation.xml" Id="R9c46f01b06a5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3ce2fd4ef14ec4"/>
  </p:sldMasterIdLst>
  <p:notesMasterIdLst>
    <p:notesMasterId xmlns:r="http://schemas.openxmlformats.org/officeDocument/2006/relationships" r:id="R22b237c06f924a8b"/>
  </p:notesMasterIdLst>
  <p:sldIdLst>
    <p:sldId xmlns:r="http://schemas.openxmlformats.org/officeDocument/2006/relationships" id="256" r:id="R66c2718c47574ba1"/>
    <p:sldId xmlns:r="http://schemas.openxmlformats.org/officeDocument/2006/relationships" id="257" r:id="R8bc5f5677ccc46be"/>
    <p:sldId xmlns:r="http://schemas.openxmlformats.org/officeDocument/2006/relationships" id="258" r:id="R25532dba5df64fba"/>
    <p:sldId xmlns:r="http://schemas.openxmlformats.org/officeDocument/2006/relationships" id="259" r:id="Rf0e380967f304c20"/>
    <p:sldId xmlns:r="http://schemas.openxmlformats.org/officeDocument/2006/relationships" id="260" r:id="Re664f3cd4cf049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e6f6f7461245ac" /><Relationship Type="http://schemas.openxmlformats.org/officeDocument/2006/relationships/slideMaster" Target="/ppt/slideMasters/slideMaster1.xml" Id="R773ce2fd4ef14ec4" /><Relationship Type="http://schemas.openxmlformats.org/officeDocument/2006/relationships/notesMaster" Target="/ppt/notesMasters/notesMaster1.xml" Id="R22b237c06f924a8b" /><Relationship Type="http://schemas.openxmlformats.org/officeDocument/2006/relationships/presProps" Target="/ppt/presProps.xml" Id="Ra4842147f089466d" /><Relationship Type="http://schemas.openxmlformats.org/officeDocument/2006/relationships/tableStyles" Target="/ppt/tableStyles.xml" Id="Rd5d94b72e3a6460a" /><Relationship Type="http://schemas.openxmlformats.org/officeDocument/2006/relationships/slide" Target="/ppt/slides/slide1.xml" Id="R66c2718c47574ba1" /><Relationship Type="http://schemas.openxmlformats.org/officeDocument/2006/relationships/slide" Target="/ppt/slides/slide2.xml" Id="R8bc5f5677ccc46be" /><Relationship Type="http://schemas.openxmlformats.org/officeDocument/2006/relationships/slide" Target="/ppt/slides/slide3.xml" Id="R25532dba5df64fba" /><Relationship Type="http://schemas.openxmlformats.org/officeDocument/2006/relationships/slide" Target="/ppt/slides/slide4.xml" Id="Rf0e380967f304c20" /><Relationship Type="http://schemas.openxmlformats.org/officeDocument/2006/relationships/slide" Target="/ppt/slides/slide5.xml" Id="Re664f3cd4cf0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04ba93675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6331c47164cac" /><Relationship Type="http://schemas.openxmlformats.org/officeDocument/2006/relationships/notesMaster" Target="/ppt/notesMasters/notesMaster1.xml" Id="R2907efc062f24b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35d8b236e46c1" /><Relationship Type="http://schemas.openxmlformats.org/officeDocument/2006/relationships/notesMaster" Target="/ppt/notesMasters/notesMaster1.xml" Id="R6b20894e076841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99692929846b1" /><Relationship Type="http://schemas.openxmlformats.org/officeDocument/2006/relationships/notesMaster" Target="/ppt/notesMasters/notesMaster1.xml" Id="Rd9a85603bd6f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ea1e8d627a4154" /><Relationship Type="http://schemas.openxmlformats.org/officeDocument/2006/relationships/notesMaster" Target="/ppt/notesMasters/notesMaster1.xml" Id="R948d7530db4e4a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49585bc5a41c6" /><Relationship Type="http://schemas.openxmlformats.org/officeDocument/2006/relationships/notesMaster" Target="/ppt/notesMasters/notesMaster1.xml" Id="R68efee5df57e46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 captured from the local build on September 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supplied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The demo tutor portrait is an Unsplash photograph: https://images.unsplash.com/photo-1494790108377-be9c29b29330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Demo tutor images shown in the screenshot are from Unsplash: https://images.unsplash.com/photo-1494790108377-be9c29b29330, https://images.unsplash.com/photo-1566753323558-f4e0952af115, and https://images.unsplash.com/photo-1534528741775-53994a69daeb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and the analytics event plan implemented in the ABC Tutoring prototype. No external performance data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a5b95db6c43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eab50836e84ae7" /><Relationship Type="http://schemas.openxmlformats.org/officeDocument/2006/relationships/slideLayout" Target="/ppt/slideLayouts/slideLayout1.xml" Id="Ra4e0f32cebd24e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0f32cebd24e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741b6b5b34f3e" /><Relationship Type="http://schemas.openxmlformats.org/officeDocument/2006/relationships/image" Target="/ppt/media/image.png" Id="Rb95ea335b5174b45" /><Relationship Type="http://schemas.openxmlformats.org/officeDocument/2006/relationships/notesSlide" Target="/ppt/notesSlides/notesSlide1.xml" Id="R3060592c39704a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114896b654b14" /><Relationship Type="http://schemas.openxmlformats.org/officeDocument/2006/relationships/notesSlide" Target="/ppt/notesSlides/notesSlide2.xml" Id="R1b2aa60eb397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f87bf9739422b" /><Relationship Type="http://schemas.openxmlformats.org/officeDocument/2006/relationships/image" Target="/ppt/media/image2.png" Id="R0a0490af48ea4ec1" /><Relationship Type="http://schemas.openxmlformats.org/officeDocument/2006/relationships/notesSlide" Target="/ppt/notesSlides/notesSlide3.xml" Id="R683db82b594c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3dfcde7944d04" /><Relationship Type="http://schemas.openxmlformats.org/officeDocument/2006/relationships/image" Target="/ppt/media/image3.png" Id="Rf79560afa4c94a2e" /><Relationship Type="http://schemas.openxmlformats.org/officeDocument/2006/relationships/notesSlide" Target="/ppt/notesSlides/notesSlide4.xml" Id="R11348220522148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ddd92d0ee434e" /><Relationship Type="http://schemas.openxmlformats.org/officeDocument/2006/relationships/notesSlide" Target="/ppt/notesSlides/notesSlide5.xml" Id="Rf16a6ab9cb974b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ea335b5174b45"/>
          <a:srcRect xmlns:a="http://schemas.openxmlformats.org/drawingml/2006/main" l="0" t="12529" r="0" b="12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A738F-DB2E-42E2-8DBA-94201B52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8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61EB2-DFD3-42A4-B5B5-015AA31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A FOLLOW-UP FOR DANA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BB41F-24D4-4BCA-9CFB-9227DBC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ABC Tutoring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website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224FA-A5F3-4103-B6A5-15C956B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simpler way for parents to find a tutor and request a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9CA3-FC3C-4624-A977-A2464A4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findings and next steps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15487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4EC71-6157-49A1-B491-804D40C3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I heard from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BF174-059B-46D3-9C56-4AC1E2E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57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23850" tIns="285750" rIns="323850" bIns="28575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“I want parents to find the right tutor and book a session without everything going through my phone.”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83878-F410-4A90-919E-049ED9A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Dana, owner of ABC Tutoring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3B18E-E405-417D-91A8-CFB07C8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Help parents 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9F44-DBD1-40C8-98F5-41087D5E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Filter by subject and grade. Compare prices, availability and teaching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BC8C6-4354-40C3-B14A-5F3C5E9B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Build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E9EB5-D8BE-4CC9-B2DE-C421F020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Show real tutor photos, personal introductions, credentials and testimonials.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3F14D-8963-4A9E-ACBF-2146E25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you in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8704-79F4-41EA-93B9-30D2133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Collect requests for your approval and let you manage tutor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6E74-C85D-4BA3-922B-7F29EA5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the first version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30BD3-11E3-4E52-8D39-76EF8EAD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No payment or automated cancellation workflow. Parents can still call you when plans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6035C-91CB-46DC-8DF8-66D8100C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5475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BC21D-667A-44F5-A5E3-98BA963C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Parents can request a session in one clear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BE709-7AA9-496A-AD61-B41E453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prototype keeps the decision in one place and uses plain language throughout.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CC891-1AD6-4887-B0EC-FB987A2A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52550"/>
            <a:ext cx="6943725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490af48ea4ec1"/>
          <a:stretch xmlns:a="http://schemas.openxmlformats.org/drawingml/2006/main"/>
        </p:blipFill>
        <p:spPr>
          <a:xfrm xmlns:a="http://schemas.openxmlformats.org/drawingml/2006/main">
            <a:off x="4905375" y="1709142"/>
            <a:ext cx="6753225" cy="4220766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2E838-CD7E-4B1A-8500-A6F1730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D4DE3-AAE7-497A-9A1F-F9249EA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Find the right tutor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CA97A-AFB9-4AFC-9512-E54E491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Use subject and grade filters, then compare rates and open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0EE0D-753B-472D-B654-166C4129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CF1DA-977C-4671-A928-EB0787C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Choose the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EC8E0-4C5A-4329-ADAA-76A4004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Pick an available time and choose online or in person.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CEFFA-41D0-4B9A-8F11-EC6A4C4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9DFF2-F873-49AA-9CFF-87B2764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Share the essentials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8EBEB-DD7F-4ECC-94D4-24DADD3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Enter the parent’s contact details and the student’s first name, grade and subject.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FD710-F636-483D-92A0-352402B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275CD-0342-4133-8547-CDF233E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Wait for your 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BDE92-CAE3-49F3-BA07-4036808D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parent sees “pending approval” while you review the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27722-F1F9-42E5-A830-079BA9C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No payment is collected.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35D5A-3A2A-42EA-A5FB-E7C49DD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7755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04A1E-E3F5-475D-BAA6-365EF21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Your booking desk keeps you in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776CC-54B3-4C49-9A26-1EB1BFE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 private view gives you the final say over every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8326A-A4C0-40E0-B959-3D101E00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0675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560afa4c94a2e"/>
          <a:srcRect xmlns:a="http://schemas.openxmlformats.org/drawingml/2006/main" l="412" t="0" r="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68770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94DE1-9E87-48EF-9046-7FE1724F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See every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9E7B8-6CAD-453A-ABB4-28DC596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Parent, student, tutor, subject, format and requested time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EED69-C98D-41FA-A5B8-B48BFA0F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Approve on your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6CCFC-5973-4E00-96E1-55D60615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request stays pending until you decide. Approval removes that time from availability.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024F4-F9FC-4544-BAD5-BD34723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tutor times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7D01D-C65E-49F9-ABBC-6C81FA5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You can add or remove each tutor’s available times yourself.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DD439-2DCF-4195-AF86-D2991CD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76FF1-9CCF-409E-9F54-5E462D8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816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Notifications and schedule updates are simulated and saved on one device for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D1F4D-6105-4B2A-AC4A-699BFCB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2775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5C3B7-083B-4D8C-BB25-2BA44925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you can learn from the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BF04D-D68E-468A-BB00-C26071B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PostHog follows the parent journey without collecting names, emails or student details.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6033-944C-42E2-8706-AC2719ED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69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71C59-415F-4696-A0CA-CADE609F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EBB08-E01C-4DFD-8BE3-1ABC72F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Directory visits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FD470-FFBD-4066-BAE8-572DEE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begin browsing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4B634-ECCF-4C02-B0F4-8103CFEA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9E09-6FEA-40DE-86CC-D2CB98E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Profile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AC3E9-9363-438D-B442-5029F819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Tutors draw interest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C64CF-58CC-4DF4-A377-02ABF968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21010-54E7-44B5-B785-995EF4F7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Booking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ACB13-3D5E-4E5E-A02E-37DD0FD3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choose a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C92EC-13FE-48A1-82F6-E169060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43A3F-DAFE-49FE-AA52-4669D230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Requests 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75942-43F9-499E-ADEA-96742442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complete the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77998-3A4D-429C-B5F6-87D2EA7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Questions the data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CD3BD-5C6B-49A8-AA7C-EB8D0DC6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subjects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are families looking for?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tutors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receive the most profile views?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Where do parents leave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before sending a request?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Does Facebook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produce visits and booking requests?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7B2CA-2BB0-49D7-BFFB-27C17C5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Before a real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889AF-0C95-4E75-B6AE-E61A64E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Shared scheduling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every visitor sees the same bookings and open times.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Private sign-in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only you can open the admin view.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Real notifications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by email or text when a parent sends a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6522C-2A75-4CE7-A842-6946E6FB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The prototype is ready to review with Dana and a small group of parents.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C5E83-7750-4865-9BEB-41B0280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7581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2026-09-05T22:30:06.3510000Z</dcterms:created>
  <dcterms:modified xsi:type="dcterms:W3CDTF">2026-09-05T22:30:06.3510000Z</dcterms:modified>
</coreProperties>
</file>