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379817f2d46cb" /><Relationship Type="http://schemas.openxmlformats.org/officeDocument/2006/relationships/extended-properties" Target="/docProps/app.xml" Id="R3c77cb9518014d1e" /><Relationship Type="http://schemas.openxmlformats.org/officeDocument/2006/relationships/officeDocument" Target="/ppt/presentation.xml" Id="R115f76c3b9c54c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18eed58174c0b"/>
  </p:sldMasterIdLst>
  <p:notesMasterIdLst>
    <p:notesMasterId xmlns:r="http://schemas.openxmlformats.org/officeDocument/2006/relationships" r:id="Rf2c939a9c6e84dbb"/>
  </p:notesMasterIdLst>
  <p:sldIdLst>
    <p:sldId xmlns:r="http://schemas.openxmlformats.org/officeDocument/2006/relationships" id="256" r:id="Ra80909ead96041c3"/>
    <p:sldId xmlns:r="http://schemas.openxmlformats.org/officeDocument/2006/relationships" id="257" r:id="Re77464039af44289"/>
    <p:sldId xmlns:r="http://schemas.openxmlformats.org/officeDocument/2006/relationships" id="258" r:id="R48a2528dceb34a98"/>
    <p:sldId xmlns:r="http://schemas.openxmlformats.org/officeDocument/2006/relationships" id="259" r:id="Rbca75874f24c4894"/>
    <p:sldId xmlns:r="http://schemas.openxmlformats.org/officeDocument/2006/relationships" id="260" r:id="Re09afc662c3a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84a3240762468c" /><Relationship Type="http://schemas.openxmlformats.org/officeDocument/2006/relationships/slideMaster" Target="/ppt/slideMasters/slideMaster1.xml" Id="Rb6418eed58174c0b" /><Relationship Type="http://schemas.openxmlformats.org/officeDocument/2006/relationships/notesMaster" Target="/ppt/notesMasters/notesMaster1.xml" Id="Rf2c939a9c6e84dbb" /><Relationship Type="http://schemas.openxmlformats.org/officeDocument/2006/relationships/presProps" Target="/ppt/presProps.xml" Id="R531c75d10c334051" /><Relationship Type="http://schemas.openxmlformats.org/officeDocument/2006/relationships/tableStyles" Target="/ppt/tableStyles.xml" Id="R2b5d52ae827f4744" /><Relationship Type="http://schemas.openxmlformats.org/officeDocument/2006/relationships/slide" Target="/ppt/slides/slide1.xml" Id="Ra80909ead96041c3" /><Relationship Type="http://schemas.openxmlformats.org/officeDocument/2006/relationships/slide" Target="/ppt/slides/slide2.xml" Id="Re77464039af44289" /><Relationship Type="http://schemas.openxmlformats.org/officeDocument/2006/relationships/slide" Target="/ppt/slides/slide3.xml" Id="R48a2528dceb34a98" /><Relationship Type="http://schemas.openxmlformats.org/officeDocument/2006/relationships/slide" Target="/ppt/slides/slide4.xml" Id="Rbca75874f24c4894" /><Relationship Type="http://schemas.openxmlformats.org/officeDocument/2006/relationships/slide" Target="/ppt/slides/slide5.xml" Id="Re09afc662c3a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ed41db024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2ccfd5f7d4839" /><Relationship Type="http://schemas.openxmlformats.org/officeDocument/2006/relationships/notesMaster" Target="/ppt/notesMasters/notesMaster1.xml" Id="R576eb659532649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b5c40849041d1" /><Relationship Type="http://schemas.openxmlformats.org/officeDocument/2006/relationships/notesMaster" Target="/ppt/notesMasters/notesMaster1.xml" Id="Rdb674facbf8047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0ce96cff3d4de2" /><Relationship Type="http://schemas.openxmlformats.org/officeDocument/2006/relationships/notesMaster" Target="/ppt/notesMasters/notesMaster1.xml" Id="R461aa3a1dedd48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026fba9e74ec8" /><Relationship Type="http://schemas.openxmlformats.org/officeDocument/2006/relationships/notesMaster" Target="/ppt/notesMasters/notesMaster1.xml" Id="R7e1e0ff5ec7a40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61bd09823d4b2f" /><Relationship Type="http://schemas.openxmlformats.org/officeDocument/2006/relationships/notesMaster" Target="/ppt/notesMasters/notesMaster1.xml" Id="Rcbc8124db828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 captured from the local build on September 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supplied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The demo tutor portrait is an Unsplash photograph: https://images.unsplash.com/photo-1494790108377-be9c29b29330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Demo tutor images shown in the screenshot are from Unsplash: https://images.unsplash.com/photo-1494790108377-be9c29ab29330, https://images.unsplash.com/photo-1566753323558-f40952af115, and https://images.unsplash.com/photo-1534528741775-53994a69daeb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and the analytics event plan implemented in the ABC Tutoring prototype. No external performance data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7cca31e01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641d0853554112" /><Relationship Type="http://schemas.openxmlformats.org/officeDocument/2006/relationships/slideLayout" Target="/ppt/slideLayouts/slideLayout1.xml" Id="Ra36f027b0bc44b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f027b0bc44b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d7da9d67c47f1" /><Relationship Type="http://schemas.openxmlformats.org/officeDocument/2006/relationships/image" Target="/ppt/media/image.png" Id="R94186427bd1f4a2d" /><Relationship Type="http://schemas.openxmlformats.org/officeDocument/2006/relationships/notesSlide" Target="/ppt/notesSlides/notesSlide1.xml" Id="R31dc5149302144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2c29a8fbb4cad" /><Relationship Type="http://schemas.openxmlformats.org/officeDocument/2006/relationships/notesSlide" Target="/ppt/notesSlides/notesSlide2.xml" Id="Rcfc2afbc77b44c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948fd525342cf" /><Relationship Type="http://schemas.openxmlformats.org/officeDocument/2006/relationships/image" Target="/ppt/media/image2.png" Id="R38e98b3ce9e94705" /><Relationship Type="http://schemas.openxmlformats.org/officeDocument/2006/relationships/notesSlide" Target="/ppt/notesSlides/notesSlide3.xml" Id="Rbbdf04b12db7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3ae006c264171" /><Relationship Type="http://schemas.openxmlformats.org/officeDocument/2006/relationships/image" Target="/ppt/media/image3.png" Id="R7c1319d6c9474150" /><Relationship Type="http://schemas.openxmlformats.org/officeDocument/2006/relationships/notesSlide" Target="/ppt/notesSlides/notesSlide4.xml" Id="R44f77fd563a9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13600b4ef48d1" /><Relationship Type="http://schemas.openxmlformats.org/officeDocument/2006/relationships/notesSlide" Target="/ppt/notesSlides/notesSlide5.xml" Id="R6c69357f66644f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6427bd1f4a2d"/>
          <a:srcRect xmlns:a="http://schemas.openxmlformats.org/drawingml/2006/main" l="23524" t="0" r="235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AD30-5EFE-4548-8277-B94E65AB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8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7CC2E-48EF-4EAC-8338-563447A9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A FOLLOW-UP FOR DANA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2BFFB-E28C-4681-A824-49F1F3E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ABC Tutoring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website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A6A82-5757-4B11-A884-A2D1B81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A simpler way for parents to find a tutor and request a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D6D9D-A23E-4ABE-A4B0-90BE8E3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Prototype findings and next steps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99194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A8DCB-C460-4521-A05F-053794C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What I heard from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FB0C1-A043-4BDA-B24D-91611765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57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23850" tIns="285750" rIns="323850" bIns="28575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“I want parents to find the right tutor and book a session without everything going through my phone.”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4F11-94E1-4D13-B59E-F839565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Dana, owner of ABC Tutoring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E7C10-E7CA-4E63-B81E-50971631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Help parents 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DFCE1-09F9-4D27-8BDC-EE89030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Filter by subject and grade. Compare prices, availability and teaching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6416A-CAA2-4933-AB07-60CC6AF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Build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B15E5-008A-4A1C-A396-90E1D39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Show real tutor photos, personal introductions, credentials and testimonials.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C5A67-13C6-40E0-AF25-19948184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Keep you in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6A0-3771-48D4-982B-8B1F7C24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Collect requests for your approval and let you manage tutor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F00CA-A9E8-4134-8FA0-2CBCBDF1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Keep the first version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4E660-49E5-4B80-8DC6-1D4EDD6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No payment or automated cancellation workflow. Parents can still call you when plans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DC561-D505-4A01-9AEF-2E855E0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507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091BA-F1CD-487D-8ABA-656F4103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Parents can request a session in one clear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58582-A8DB-47C1-9A2A-2B28FD3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The prototype keeps the decision in one place and uses plain language throughout.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77749-44AE-4AA0-9B1C-C02B3FE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52550"/>
            <a:ext cx="6943725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8b3ce9e94705"/>
          <a:stretch xmlns:a="http://schemas.openxmlformats.org/drawingml/2006/main"/>
        </p:blipFill>
        <p:spPr>
          <a:xfrm xmlns:a="http://schemas.openxmlformats.org/drawingml/2006/main">
            <a:off x="4905375" y="1709142"/>
            <a:ext cx="6753225" cy="4220766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A1BD6-6EC7-474B-81B9-429F2D4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2ED61-B9B6-4024-B9EE-F3F11D9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Find the right tutor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F7C00-F169-403B-8737-6F166C95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Use subject and grade filters, then compare rates and open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FD0DD-1432-42B1-89B3-63DF7525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BEB34-58C4-4543-AF0E-5B84F859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Choose the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F01E8-4F81-4627-9F85-D79941C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Pick an available time and choose online or in person.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AD9C0-96A4-43C2-810C-796A2EF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942ED-80AD-481A-A8D9-1D8CDB9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Share the essentials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79247-4065-4134-9849-FA17046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Enter the parent’s contact details and the student’s first name, grade and subject.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8B213-000F-4B9B-8C2E-DE38B372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EF51F-3C39-43C0-8B90-2050912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Wait for your 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3D9D9-B81E-4F15-A4AE-05BF6EA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The parent sees “pending approval” while you review the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A63F5-B003-44FF-BFDB-50A3C50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No payment is collected.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1EB62-41AD-4DD6-A767-3B411AD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0282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1193-8638-4E80-B896-F942215C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Your booking desk keeps you in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72E04-FBD2-4563-AC73-B88E44D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A simple private view gives you the final say over every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079D0-9485-4EF2-AE6B-129B436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0675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319d6c9474150"/>
          <a:srcRect xmlns:a="http://schemas.openxmlformats.org/drawingml/2006/main" l="412" t="0" r="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68770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21481-CEC5-49AE-84AD-F728D69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See every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6711B-B0F2-4150-910F-EFA72B71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Parent, student, tutor, subject, format and requested time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E78B-50E5-43C9-B226-3ECAD2AB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Approve on your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3762F-577B-403A-A8BA-D361D296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A request stays pending until you decide. Approval removes that time from availability.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69AC6-EC66-4007-BF04-43C828F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Keep tutor times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360A6-D9CB-4867-9D7E-006E25D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You can add or remove each tutor’s available times yourself.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B2360-2E8A-4F7C-B199-37395673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Prototype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1331E-7CD7-4B95-92CB-9A03F03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816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Notifications and schedule updates are simulated and saved on one device for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72D84-E923-42F6-AAC1-81D10A7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597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EF4A8-6A85-4044-9F3C-06361D6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What you can learn from the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FDD6-0E18-4253-959E-005CD91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PostHog follows the parent journey without collecting names, emails or student details.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E7000-EA2E-44A5-ACA0-84C15AB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69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34D9F-091D-4A6D-B775-93672BA6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A3226-877F-4173-8531-EB0B1260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Directory visits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4D690-465E-4777-BC0A-485825B3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Parents begin browsing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6BC31-FC91-4D28-9E6C-3287CCD3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B469F-E033-48DC-8A91-DCDB6567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Profile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62EC-69A7-45A9-B747-76A727F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Tutors draw interest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11279-4003-4212-AF23-2B4F9E60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0A65-D949-4747-BF1E-07D95F6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Booking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A8CFD-FDBA-4B0B-89FD-189E6651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Parents choose a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77294-0E19-489B-902A-656FC28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13867-EB8B-4293-8D29-D697619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Requests 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B10BF-8E7F-4C14-A218-044783A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Parents complete the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9792A-7B7D-49A7-A07E-CE546CE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Questions the data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2C5C1-9A6D-460C-8CBD-C0060DD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Which subjects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are families looking for?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Which tutors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receive the most profile views?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Where do parents leave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before sending a request?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Does Facebook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produce visits and booking requests?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5810A-22FC-4339-B568-381684C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3832"/>
                </a:solidFill>
                <a:latin typeface="Helvetica Neue"/>
                <a:ea typeface="Helvetica Neue"/>
                <a:cs typeface="Helvetica Neue"/>
              </a:rPr>
              <a:t>Before a real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A94CB-B911-4BE7-B59C-D0D54E9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Shared scheduling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so every visitor sees the same bookings and open times.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Private sign-in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so only you can open the admin view.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Real notifications</a:t>
            </a:r>
            <a:r>
              <a:rPr sz="1500">
                <a:solidFill>
                  <a:srgbClr val="60716B"/>
                </a:solidFill>
                <a:latin typeface="Helvetica Neue"/>
                <a:ea typeface="Helvetica Neue"/>
                <a:cs typeface="Helvetica Neue"/>
              </a:rPr>
              <a:t> by email or text when a parent sends a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CF0F3-57DA-4A74-ADA1-C9CCC31F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4E3F"/>
                </a:solidFill>
                <a:latin typeface="Helvetica Neue"/>
                <a:ea typeface="Helvetica Neue"/>
                <a:cs typeface="Helvetica Neue"/>
              </a:rPr>
              <a:t>The prototype is ready to review with Dana and a small group of parents.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3E203-0E4B-4CA6-847C-69B805C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65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4690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2026-09-05T22:26:34.7150000Z</dcterms:created>
  <dcterms:modified xsi:type="dcterms:W3CDTF">2026-09-05T22:26:34.7150000Z</dcterms:modified>
</coreProperties>
</file>